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/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Body Placeholder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Body Placeholder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RICEFWA Status - Week 12</a:t>
            </a:r>
          </a:p>
        </p:txBody>
      </p:sp>
      <p:sp>
        <p:nvSpPr>
          <p:cNvPr id="3" name="Body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GB"/>
              <a:t>Total objects: 43</a:t>
            </a:r>
          </a:p>
          <a:p>
            <a:r>
              <a:rPr lang="en-GB"/>
              <a:t>Build complete: 24</a:t>
            </a:r>
          </a:p>
          <a:p>
            <a:r>
              <a:rPr lang="en-GB"/>
              <a:t>In test: 12</a:t>
            </a:r>
          </a:p>
          <a:p>
            <a:r>
              <a:rPr lang="en-GB"/>
              <a:t>At risk: 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Finance Objects</a:t>
            </a:r>
          </a:p>
        </p:txBody>
      </p:sp>
      <p:sp>
        <p:nvSpPr>
          <p:cNvPr id="3" name="Body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GB"/>
              <a:t>FI-R-014 Payment run report - In Test - green</a:t>
            </a:r>
          </a:p>
          <a:p>
            <a:r>
              <a:rPr lang="en-GB"/>
              <a:t>FI-I-002 Bank statement interface - Signed Off - green</a:t>
            </a:r>
          </a:p>
          <a:p>
            <a:r>
              <a:rPr lang="en-GB"/>
              <a:t>FI-E-007 Vendor master extract - In Build - green</a:t>
            </a:r>
          </a:p>
          <a:p>
            <a:r>
              <a:rPr lang="en-GB"/>
              <a:t>FI-A-021 Period close automation - Not Started - amber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Logistics Objects</a:t>
            </a:r>
          </a:p>
        </p:txBody>
      </p:sp>
      <p:sp>
        <p:nvSpPr>
          <p:cNvPr id="3" name="Body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GB"/>
              <a:t>LO-W-011 Goods receipt workflow - In Test - amber</a:t>
            </a:r>
          </a:p>
          <a:p>
            <a:r>
              <a:rPr lang="en-GB"/>
              <a:t>LO-F-003 Pick list form - In Build - amber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Decisions Needed</a:t>
            </a:r>
          </a:p>
        </p:txBody>
      </p:sp>
      <p:sp>
        <p:nvSpPr>
          <p:cNvPr id="3" name="Body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GB"/>
              <a:t>Approve additional test window for LO-W-011 goods receipt workflow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1F3864"/>
      </a:dk2>
      <a:lt2>
        <a:srgbClr val="EEECE1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>
          <a:solidFill>
            <a:schemeClr val="phClr"/>
          </a:solidFill>
          <a:prstDash val="solid"/>
        </a:ln>
        <a:ln w="9525" cap="flat">
          <a:solidFill>
            <a:schemeClr val="phClr"/>
          </a:solidFill>
          <a:prstDash val="solid"/>
        </a:ln>
        <a:ln w="9525" cap="flat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