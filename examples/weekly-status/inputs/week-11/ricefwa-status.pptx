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/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Body Placeholder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Body Placeholder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RICEFWA Status - Week 11</a:t>
            </a:r>
          </a:p>
        </p:txBody>
      </p:sp>
      <p:sp>
        <p:nvSpPr>
          <p:cNvPr id="3" name="Body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Total objects: 42</a:t>
            </a:r>
          </a:p>
          <a:p>
            <a:r>
              <a:rPr lang="en-GB"/>
              <a:t>Build complete: 18</a:t>
            </a:r>
          </a:p>
          <a:p>
            <a:r>
              <a:rPr lang="en-GB"/>
              <a:t>In test: 9</a:t>
            </a:r>
          </a:p>
          <a:p>
            <a:r>
              <a:rPr lang="en-GB"/>
              <a:t>At risk: 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Finance Objects</a:t>
            </a:r>
          </a:p>
        </p:txBody>
      </p:sp>
      <p:sp>
        <p:nvSpPr>
          <p:cNvPr id="3" name="Body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FI-R-014 Payment run report - In Build - amber</a:t>
            </a:r>
          </a:p>
          <a:p>
            <a:r>
              <a:rPr lang="en-GB"/>
              <a:t>FI-I-002 Bank statement interface - In Test - green</a:t>
            </a:r>
          </a:p>
          <a:p>
            <a:r>
              <a:rPr lang="en-GB"/>
              <a:t>FI-E-007 Vendor master extract - Not Started - green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Logistics Objects</a:t>
            </a:r>
          </a:p>
        </p:txBody>
      </p:sp>
      <p:sp>
        <p:nvSpPr>
          <p:cNvPr id="3" name="Body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LO-W-011 Goods receipt workflow - In Build - red</a:t>
            </a:r>
          </a:p>
          <a:p>
            <a:r>
              <a:rPr lang="en-GB"/>
              <a:t>LO-F-003 Pick list form - In Build - amber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Decisions Needed</a:t>
            </a:r>
          </a:p>
        </p:txBody>
      </p:sp>
      <p:sp>
        <p:nvSpPr>
          <p:cNvPr id="3" name="Body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Confirm owner for FI-E-007 vendor master extract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3864"/>
      </a:dk2>
      <a:lt2>
        <a:srgbClr val="EEECE1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>
          <a:solidFill>
            <a:schemeClr val="phClr"/>
          </a:solidFill>
          <a:prstDash val="solid"/>
        </a:ln>
        <a:ln w="9525" cap="flat">
          <a:solidFill>
            <a:schemeClr val="phClr"/>
          </a:solidFill>
          <a:prstDash val="solid"/>
        </a:ln>
        <a:ln w="9525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