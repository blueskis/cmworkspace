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  <p:sldMasterId id="2147483649" r:id="rIdMaster2"/>
  </p:sldMasterIdLst>
  <p:sldIdLst/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Theme1" Type="http://schemas.openxmlformats.org/officeDocument/2006/relationships/theme" Target="theme/theme1.xml"/><Relationship Id="rIdMaster1" Type="http://schemas.openxmlformats.org/officeDocument/2006/relationships/slideMaster" Target="slideMasters/slideMaster1.xml"/><Relationship Id="rIdMaster2" Type="http://schemas.openxmlformats.org/officeDocument/2006/relationships/slideMaster" Target="slideMasters/slideMaster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4415" cy="1188720"/>
          </a:xfrm>
        </p:spPr>
        <p:txBody>
          <a:bodyPr/>
          <a:lstStyle/>
          <a:p>
            <a:pPr algn="ctr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4415" cy="914400"/>
          </a:xfrm>
        </p:spPr>
        <p:txBody>
          <a:bodyPr/>
          <a:lstStyle/>
          <a:p>
            <a:pPr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640080"/>
          </a:xfrm>
        </p:spPr>
        <p:txBody>
          <a:bodyPr/>
          <a:lstStyle/>
          <a:p>
            <a:pPr algn="ctr"/>
            <a:r>
              <a:rPr lang="en-US"/>
              <a:t>Title</a:t>
            </a:r>
          </a:p>
        </p:txBody>
      </p:sp>
      <p:sp>
        <p:nvSpPr>
          <p:cNvPr id="3" name="Picture Placeholder"/>
          <p:cNvSpPr>
            <a:spLocks noGrp="1"/>
          </p:cNvSpPr>
          <p:nvPr>
            <p:ph type="pic" idx="1"/>
          </p:nvPr>
        </p:nvSpPr>
        <p:spPr>
          <a:xfrm>
            <a:off x="548640" y="1371600"/>
            <a:ext cx="11094415" cy="4297680"/>
          </a:xfrm>
        </p:spPr>
        <p:txBody>
          <a:bodyPr/>
          <a:lstStyle/>
          <a:p>
            <a:pPr/>
            <a:r>
              <a:rPr lang="en-US"/>
              <a:t>Picture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2"/>
          </p:nvPr>
        </p:nvSpPr>
        <p:spPr>
          <a:xfrm>
            <a:off x="548640" y="5760720"/>
            <a:ext cx="11094415" cy="548640"/>
          </a:xfrm>
        </p:spPr>
        <p:txBody>
          <a:bodyPr/>
          <a:lstStyle/>
          <a:p>
            <a:pPr/>
            <a:r>
              <a:rPr lang="en-US"/>
              <a:t>Caption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 Dark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1.xml"/><Relationship Id="rIdLayout1" Type="http://schemas.openxmlformats.org/officeDocument/2006/relationships/slideLayout" Target="../slideLayouts/slideLayout1.xml"/><Relationship Id="rIdLayout3" Type="http://schemas.openxmlformats.org/officeDocument/2006/relationships/slideLayout" Target="../slideLayouts/slideLayout3.xml"/></Relationships>
</file>

<file path=ppt/slideMasters/_rels/slideMaster2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2.xml"/><Relationship Id="rIdLayout2" Type="http://schemas.openxmlformats.org/officeDocument/2006/relationships/slideLayout" Target="../slideLayouts/slideLayout2.xml"/><Relationship Id="rIdLayout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  <p:sldLayoutId id="2147483652" r:id="rIdLayout3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Layout2"/>
    <p:sldLayoutId id="2147483653" r:id="rIdLayout4"/>
  </p:sldLayoutIdLst>
</p:sldMaster>
</file>

<file path=ppt/theme/theme1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training-material-generator</Application>
</Properties>
</file>

<file path=docProps/core.xml><?xml version="1.0" encoding="utf-8"?>
<cp:coreProperties xmlns:cp="http://schemas.openxmlformats.org/package/2006/metadata/core-properties" xmlns:dc="http://purl.org/dc/elements/1.1/">
  <dc:title>Training Deck Placeholder Template</dc:title>
  <dc:creator>training-material-generator</dc:creator>
</cp:coreProperties>
</file>