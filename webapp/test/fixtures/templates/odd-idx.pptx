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/>
  <p:sldSz cx="12191695" cy="6858000" type="screen16x9"/>
  <p:notesSz cx="6858000" cy="12191695"/>
</p:presentation>
</file>

<file path=ppt/_rels/presentation.xml.rels><?xml version="1.0" encoding="UTF-8" standalone="yes"?><Relationships xmlns="http://schemas.openxmlformats.org/package/2006/relationships"><Relationship Id="rIdTheme1" Type="http://schemas.openxmlformats.org/officeDocument/2006/relationships/theme" Target="theme/theme1.xml"/><Relationship Id="rIdMaster1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/>
      <p:sp>
        <p:nvSpPr>
          <p:cNvPr id="2" name="Titel"/>
          <p:cNvSpPr>
            <a:spLocks noGrp="1"/>
          </p:cNvSpPr>
          <p:nvPr>
            <p:ph type="ctrTitle"/>
          </p:nvPr>
        </p:nvSpPr>
        <p:spPr>
          <a:xfrm>
            <a:off x="548640" y="2377440"/>
            <a:ext cx="11094415" cy="1188720"/>
          </a:xfrm>
        </p:spPr>
        <p:txBody>
          <a:bodyPr/>
          <a:lstStyle/>
          <a:p>
            <a:pPr algn="ctr"/>
            <a:r>
              <a:rPr lang="en-US"/>
              <a:t>Titel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7"/>
          </p:nvPr>
        </p:nvSpPr>
        <p:spPr>
          <a:xfrm>
            <a:off x="548640" y="3657600"/>
            <a:ext cx="11094415" cy="914400"/>
          </a:xfrm>
        </p:spPr>
        <p:txBody>
          <a:bodyPr/>
          <a:lstStyle/>
          <a:p>
            <a:pPr/>
            <a:r>
              <a:rPr lang="en-US"/>
              <a:t>Untertitel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/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pPr algn="ctr"/>
            <a:r>
              <a:rPr lang="en-US"/>
              <a:t>Titel</a:t>
            </a:r>
          </a:p>
        </p:txBody>
      </p:sp>
      <p:sp>
        <p:nvSpPr>
          <p:cNvPr id="3" name="Inhaltsplatzhalter"/>
          <p:cNvSpPr>
            <a:spLocks noGrp="1"/>
          </p:cNvSpPr>
          <p:nvPr>
            <p:ph type="body" idx="12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pPr/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Untertitel">
    <p:spTree>
      <p:nvGrpSpPr>
        <p:cNvPr id="1" name=""/>
        <p:cNvGrpSpPr/>
        <p:nvPr/>
      </p:nvGrpSpPr>
      <p:grpSpPr/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640080"/>
          </a:xfrm>
        </p:spPr>
        <p:txBody>
          <a:bodyPr/>
          <a:lstStyle/>
          <a:p>
            <a:pPr algn="ctr"/>
            <a:r>
              <a:rPr lang="en-US"/>
              <a:t>Titel</a:t>
            </a:r>
          </a:p>
        </p:txBody>
      </p:sp>
      <p:sp>
        <p:nvSpPr>
          <p:cNvPr id="3" name="Bildplatzhalter"/>
          <p:cNvSpPr>
            <a:spLocks noGrp="1"/>
          </p:cNvSpPr>
          <p:nvPr>
            <p:ph type="pic" idx="9"/>
          </p:nvPr>
        </p:nvSpPr>
        <p:spPr>
          <a:xfrm>
            <a:off x="548640" y="1371600"/>
            <a:ext cx="11094415" cy="4297680"/>
          </a:xfrm>
        </p:spPr>
        <p:txBody>
          <a:bodyPr/>
          <a:lstStyle/>
          <a:p>
            <a:pPr/>
            <a:r>
              <a:rPr lang="en-US"/>
              <a:t>Bild</a:t>
            </a:r>
          </a:p>
        </p:txBody>
      </p:sp>
      <p:sp>
        <p:nvSpPr>
          <p:cNvPr id="4" name="Bildunterschrift"/>
          <p:cNvSpPr>
            <a:spLocks noGrp="1"/>
          </p:cNvSpPr>
          <p:nvPr>
            <p:ph type="body" idx="14"/>
          </p:nvPr>
        </p:nvSpPr>
        <p:spPr>
          <a:xfrm>
            <a:off x="548640" y="5760720"/>
            <a:ext cx="11094415" cy="548640"/>
          </a:xfrm>
        </p:spPr>
        <p:txBody>
          <a:bodyPr/>
          <a:lstStyle/>
          <a:p>
            <a:pPr/>
            <a:r>
              <a:rPr lang="en-US"/>
              <a:t>Untertitel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Theme1" Type="http://schemas.openxmlformats.org/officeDocument/2006/relationships/theme" Target="../theme/theme1.xml"/><Relationship Id="rIdLayout1" Type="http://schemas.openxmlformats.org/officeDocument/2006/relationships/slideLayout" Target="../slideLayouts/slideLayout1.xml"/><Relationship Id="rIdLayout2" Type="http://schemas.openxmlformats.org/officeDocument/2006/relationships/slideLayout" Target="../slideLayouts/slideLayout2.xml"/><Relationship Id="rIdLayout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r>
              <a:rPr lang="en-US"/>
              <a:t>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r>
              <a:rPr lang="en-US"/>
              <a:t>Master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Layout1"/>
    <p:sldLayoutId id="2147483651" r:id="rIdLayout2"/>
    <p:sldLayoutId id="2147483652" r:id="rIdLayout3"/>
  </p:sldLayoutIdLst>
</p:sldMaster>
</file>

<file path=ppt/theme/theme1.xml><?xml version="1.0" encoding="utf-8"?>
<a:theme xmlns:a="http://schemas.openxmlformats.org/drawingml/2006/main" name="Placeholder Theme">
  <a:themeElements>
    <a:clrScheme name="Placeholder">
      <a:dk1>
        <a:sysClr val="windowText" lastClr="000000"/>
      </a:dk1>
      <a:lt1>
        <a:sysClr val="window" lastClr="FFFFFF"/>
      </a:lt1>
      <a:dk2>
        <a:srgbClr val="2B2E33"/>
      </a:dk2>
      <a:lt2>
        <a:srgbClr val="EDEFF2"/>
      </a:lt2>
      <a:accent1>
        <a:srgbClr val="355C7D"/>
      </a:accent1>
      <a:accent2>
        <a:srgbClr val="6C8EBF"/>
      </a:accent2>
      <a:accent3>
        <a:srgbClr val="8CA0B3"/>
      </a:accent3>
      <a:accent4>
        <a:srgbClr val="C9AE5D"/>
      </a:accent4>
      <a:accent5>
        <a:srgbClr val="5E8C6A"/>
      </a:accent5>
      <a:accent6>
        <a:srgbClr val="9B6A6C"/>
      </a:accent6>
      <a:hlink>
        <a:srgbClr val="355C7D"/>
      </a:hlink>
      <a:folHlink>
        <a:srgbClr val="6C8EBF"/>
      </a:folHlink>
    </a:clrScheme>
    <a:fontScheme name="Placeholde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lacehol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training-material-generator</Application>
</Properties>
</file>

<file path=docProps/core.xml><?xml version="1.0" encoding="utf-8"?>
<cp:coreProperties xmlns:cp="http://schemas.openxmlformats.org/package/2006/metadata/core-properties" xmlns:dc="http://purl.org/dc/elements/1.1/">
  <dc:title>Training Deck Placeholder Template</dc:title>
  <dc:creator>training-material-generator</dc:creator>
</cp:coreProperties>
</file>