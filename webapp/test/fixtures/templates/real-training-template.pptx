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83" r:id="rId4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8B"/>
    <a:srgbClr val="68B1E2"/>
    <a:srgbClr val="10174A"/>
    <a:srgbClr val="A83539"/>
    <a:srgbClr val="FFFF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94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7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21" Type="http://schemas.openxmlformats.org/officeDocument/2006/relationships/presProps" Target="presProps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Relationship Id="rId4" Type="http://schemas.openxmlformats.org/officeDocument/2006/relationships/slideMaster" Target="slideMasters/slideMaster1.xml" /><Relationship Id="rId22" Type="http://schemas.openxmlformats.org/officeDocument/2006/relationships/viewProps" Target="viewProps.xml" /></Relationships>
</file>

<file path=ppt/slideLayouts/_rels/slideLayout1.xml.rels><?xml version='1.0' encoding='UTF-8'?>
<Relationships xmlns="http://schemas.openxmlformats.org/package/2006/relationships" />
</file>

<file path=ppt/slideLayouts/_rels/slideLayout2.xml.rels><?xml version='1.0' encoding='UTF-8'?>
<Relationships xmlns="http://schemas.openxmlformats.org/package/2006/relationships" />
</file>

<file path=ppt/slideLayouts/_rels/slideLayout3.xml.rels><?xml version='1.0' encoding='UTF-8'?>
<Relationships xmlns="http://schemas.openxmlformats.org/package/2006/relationships" />
</file>

<file path=ppt/slideLayouts/_rels/slideLayout4.xml.rels><?xml version='1.0' encoding='UTF-8'?>
<Relationships xmlns="http://schemas.openxmlformats.org/package/2006/relationships" />
</file>

<file path=ppt/slideLayouts/_rels/slideLayout5.xml.rels><?xml version='1.0' encoding='UTF-8'?>
<Relationships xmlns="http://schemas.openxmlformats.org/package/2006/relationships" />
</file>

<file path=ppt/slideLayouts/slideLayout1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ns2:creationId id="{B40F7153-B5BE-4C5B-8168-5AC04DBBBD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5313" y="2498725"/>
            <a:ext cx="9155112" cy="18494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0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ns2:creationId id="{FF3C4E6F-A078-421E-923F-1F4187BFFC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5313" y="4476306"/>
            <a:ext cx="9155112" cy="77475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ns3:creationId val="1843939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ns2:creationId id="{B40F7153-B5BE-4C5B-8168-5AC04DBBBD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92" y="1815854"/>
            <a:ext cx="9155112" cy="1490298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ext Placeholder 13">
            <a:extLst>
              <a:ext uri="{FF2B5EF4-FFF2-40B4-BE49-F238E27FC236}">
                <ns2:creationId id="{FF3C4E6F-A078-421E-923F-1F4187BFFC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50492" y="3434295"/>
            <a:ext cx="9155112" cy="1239305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 sz="2000" b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ns3:creationId val="2287791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ns2:creationId id="{E30F0CC5-5668-62D2-A2B7-C516CE6D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2" y="151682"/>
            <a:ext cx="9585450" cy="247749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5" name="Text Placeholder 3">
            <a:extLst>
              <a:ext uri="{FF2B5EF4-FFF2-40B4-BE49-F238E27FC236}">
                <ns2:creationId id="{E96F35CC-D3C4-BC02-762F-6FC666F8E878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414020" y="445688"/>
            <a:ext cx="9590531" cy="39013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ns2:creationId id="{5A5DD3A7-AF4D-EE3B-D794-A87E77660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9101" y="1233488"/>
            <a:ext cx="11353802" cy="5148261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1400"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400"/>
            </a:lvl3pPr>
            <a:lvl4pPr>
              <a:defRPr sz="12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ns3:creationId val="1916178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ns2:creationId id="{E30F0CC5-5668-62D2-A2B7-C516CE6D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2" y="151682"/>
            <a:ext cx="9585450" cy="247749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5" name="Text Placeholder 3">
            <a:extLst>
              <a:ext uri="{FF2B5EF4-FFF2-40B4-BE49-F238E27FC236}">
                <ns2:creationId id="{E96F35CC-D3C4-BC02-762F-6FC666F8E878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414020" y="445688"/>
            <a:ext cx="9590531" cy="39013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ns2:creationId id="{5A5DD3A7-AF4D-EE3B-D794-A87E77660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9101" y="1233488"/>
            <a:ext cx="11353802" cy="5148261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1400"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 sz="1400"/>
            </a:lvl3pPr>
            <a:lvl4pPr>
              <a:defRPr sz="12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ns3:creationId val="2259501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ns2:creationId id="{39BFE0D8-D885-5F70-1933-7DAE828B9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2" y="151682"/>
            <a:ext cx="9585450" cy="247749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14" name="Text Placeholder 3">
            <a:extLst>
              <a:ext uri="{FF2B5EF4-FFF2-40B4-BE49-F238E27FC236}">
                <ns2:creationId id="{467832EC-FB18-11DE-2354-8571CD7B5CEB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414020" y="445688"/>
            <a:ext cx="9590531" cy="39013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ns2:creationId id="{F3622DFE-E36D-FCC6-95C6-02D02AFE7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39613" y="1669881"/>
            <a:ext cx="3333290" cy="4711868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1400"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80000" indent="-180000">
              <a:spcBef>
                <a:spcPts val="300"/>
              </a:spcBef>
              <a:buFont typeface="+mj-lt"/>
              <a:buAutoNum type="arabicPeriod"/>
              <a:defRPr sz="1400"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360000" indent="-180000">
              <a:defRPr sz="1400">
                <a:latin typeface="+mj-lt"/>
              </a:defRPr>
            </a:lvl3pPr>
            <a:lvl4pPr>
              <a:defRPr sz="1200"/>
            </a:lvl4pPr>
            <a:lvl5pPr>
              <a:defRPr sz="160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ns3:creationId val="3770610184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ns2="http://schemas.microsoft.com/office/drawing/2014/main" xmlns:ns3="http://schemas.microsoft.com/office/powerpoint/2010/main" xmlns:p="http://schemas.openxmlformats.org/presentationml/2006/main" xmlns:r="http://schemas.openxmlformats.org/officeDocument/2006/relationships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ns2:creationId id="{FC1531D2-51F8-E437-ABE0-B6A3A652A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40812" y="6381750"/>
            <a:ext cx="2743200" cy="224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1AEA1-BBEE-476E-BF42-F8E624652ED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ns3:creationId val="3568226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>
  <Application>python-sanitize</Application>
</Properties>
</file>

<file path=docProps/core.xml><?xml version="1.0" encoding="utf-8"?>
<cp:coreProperties xmlns:cp="http://schemas.openxmlformats.org/package/2006/metadata/core-properties" xmlns:dc="http://purl.org/dc/elements/1.1/">
  <dc:title>Structural test fixture</dc:title>
</cp:coreProperties>
</file>